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79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אימוץ חיות מחמד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פונקציונלי של המערכת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27080" y="2203704"/>
            <a:ext cx="713232" cy="7132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927080" y="22037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חיות מחמד</a:t>
            </a:r>
            <a:endParaRPr lang="en-US" sz="19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הוספה, עדכון, מחיקה וצפייה בחיות הזמינות לאימוץ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927080" y="3072384"/>
            <a:ext cx="713232" cy="7132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927080" y="307238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אימוץ</a:t>
            </a:r>
            <a:endParaRPr lang="en-US" sz="19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בקשה, אישור או דחייה של בקשות אימוץ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927080" y="3941064"/>
            <a:ext cx="713232" cy="7132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0927080" y="39410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קישור בין השרתים</a:t>
            </a:r>
            <a:endParaRPr lang="en-US" sz="19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בקשה מסמן אוטומטית את החיה כ"מאומצת"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927080" y="4809744"/>
            <a:ext cx="713232" cy="7132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0927080" y="480974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אלגוריתמי</a:t>
            </a:r>
            <a:endParaRPr lang="en-US" sz="19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דחיסת תיאורי החיות באמצעות אלגוריתם (LZW / RLE)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927080" y="5678424"/>
            <a:ext cx="713232" cy="7132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927080" y="56784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שרת-לקוח</a:t>
            </a:r>
            <a:endParaRPr lang="en-US" sz="19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בפרוטוקול TCP והעברת מידע במבנה JSON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3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המערכת (High-Level)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959352" y="1234440"/>
            <a:ext cx="4270248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050792" y="1234440"/>
            <a:ext cx="40873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 JavaFX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1300" dirty="0">
                <a:solidFill>
                  <a:srgbClr val="DCE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משתמש בתבנית MVC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4476" y="2148840"/>
            <a:ext cx="0" cy="502920"/>
          </a:xfrm>
          <a:prstGeom prst="line">
            <a:avLst/>
          </a:prstGeom>
          <a:noFill/>
          <a:ln w="31750">
            <a:solidFill>
              <a:srgbClr val="E08A3C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172200" y="2212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over TCP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27889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46520" y="278892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חיות –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Server -(34567)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DAO →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אימוץ –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Server -(34568)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DAO → 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06440" y="3218688"/>
            <a:ext cx="548640" cy="0"/>
          </a:xfrm>
          <a:prstGeom prst="line">
            <a:avLst/>
          </a:prstGeom>
          <a:noFill/>
          <a:ln w="25400">
            <a:solidFill>
              <a:srgbClr val="E08A3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355080" y="397764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446520" y="39776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אלגוריתם (AlgorithmModule.jar)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5A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דחיסת תיאורים – LZW / RLE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83980" y="3657600"/>
            <a:ext cx="0" cy="320040"/>
          </a:xfrm>
          <a:prstGeom prst="line">
            <a:avLst/>
          </a:prstGeom>
          <a:noFill/>
          <a:ln w="25400">
            <a:solidFill>
              <a:srgbClr val="E08A3C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המבנה זהה </a:t>
            </a:r>
            <a:r>
              <a:rPr lang="en-US" sz="1400" i="1" dirty="0" err="1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בשני</a:t>
            </a: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השרתי</a:t>
            </a:r>
            <a:r>
              <a:rPr lang="he-IL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ם:</a:t>
            </a: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ה-JAR של האלגוריתם קיים רק בשרת הדורש </a:t>
            </a:r>
            <a:r>
              <a:rPr lang="en-US" sz="1400" i="1" dirty="0" err="1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</a:t>
            </a: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i="1" dirty="0" err="1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</a:t>
            </a: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החיות</a:t>
            </a:r>
            <a:r>
              <a:rPr lang="he-IL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400" i="1" dirty="0">
                <a:solidFill>
                  <a:srgbClr val="0B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אתגרים בפיתוח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63640" y="13716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6394A"/>
          </a:solidFill>
          <a:ln w="12700">
            <a:solidFill>
              <a:srgbClr val="0B5D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6446520" y="14630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בין שני השרתים</a:t>
            </a:r>
            <a:endParaRPr lang="en-US" sz="170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בקשת אימוץ בשרת אחד חייב לעדכן את סטטוס החיה בשרת השני – פתרנו בקריאת שרת-לשרת מעל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פרוטוקול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TCP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6394A"/>
          </a:solidFill>
          <a:ln w="12700">
            <a:solidFill>
              <a:srgbClr val="0B5D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הפעלת ממשק ה-JavaFX</a:t>
            </a:r>
            <a:endParaRPr lang="en-US" sz="170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הספרייה מסרבת לרוץ כאשר קבצי ה-jar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ה-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classpath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נדרשה מחלקת Launcher </a:t>
            </a:r>
            <a:r>
              <a:rPr lang="he-IL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נפרדת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שאינה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יורשת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מApplication</a:t>
            </a:r>
            <a:r>
              <a:rPr lang="he-IL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29718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6394A"/>
          </a:solidFill>
          <a:ln w="12700">
            <a:solidFill>
              <a:srgbClr val="0B5D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46520" y="30632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פענוח ה-JSON</a:t>
            </a:r>
            <a:endParaRPr lang="en-US" sz="170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</a:t>
            </a:r>
            <a:r>
              <a:rPr lang="en-US" sz="1250" dirty="0" err="1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25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עוקפת</a:t>
            </a: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את הבנאי ולכן סטטוס ברירת המחדל לא נקבע; העברנו את ברירות המחדל לצד השרת.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6394A"/>
          </a:solidFill>
          <a:ln w="12700">
            <a:solidFill>
              <a:srgbClr val="0B5D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דחיסה דרך שכבת הרשת</a:t>
            </a:r>
            <a:endParaRPr lang="en-US" sz="170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התיאור נדחס לפני שמירה ומפוענח בקריאה – כולל שמירה על נכונות התיאור לאחר מעבר ברשת.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6394A"/>
          </a:solidFill>
          <a:ln w="12700">
            <a:solidFill>
              <a:srgbClr val="0B5D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46520" y="46634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 תכנון</a:t>
            </a:r>
            <a:endParaRPr lang="en-US" sz="170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D6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יישום התבניות Strategy ו-Factory ועקרון ה-Open/Closed לשמירה על גמישות והרחבה ללא שינוי קוד קיים.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Widescreen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Matan Green</cp:lastModifiedBy>
  <cp:revision>3</cp:revision>
  <dcterms:created xsi:type="dcterms:W3CDTF">2026-07-10T18:12:42Z</dcterms:created>
  <dcterms:modified xsi:type="dcterms:W3CDTF">2026-07-10T18:15:45Z</dcterms:modified>
</cp:coreProperties>
</file>